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5212080"/>
            <a:ext cx="146304" cy="146304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11680" y="5212080"/>
            <a:ext cx="146304" cy="146304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08960" y="5212080"/>
            <a:ext cx="146304" cy="146304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06240" y="5212080"/>
            <a:ext cx="146304" cy="146304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03520" y="5212080"/>
            <a:ext cx="146304" cy="146304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87552" y="5285232"/>
            <a:ext cx="4389120" cy="0"/>
          </a:xfrm>
          <a:prstGeom prst="line">
            <a:avLst/>
          </a:prstGeom>
          <a:ln w="31750">
            <a:solidFill>
              <a:srgbClr val="18A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1051560"/>
            <a:ext cx="104241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ptos"/>
              </a:defRPr>
            </a:pPr>
            <a:r>
              <a:t>CAMPUSRIDE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ACDEE8"/>
                </a:solidFill>
                <a:latin typeface="Aptos"/>
              </a:defRPr>
            </a:pPr>
            <a:r>
              <a:t>Campus Transport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Aptos"/>
              </a:defRPr>
            </a:pPr>
            <a:r>
              <a:t>Project Overview &amp; GPS Tracking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CE6F1"/>
                </a:solidFill>
                <a:latin typeface="Aptos"/>
              </a:defRPr>
            </a:pPr>
            <a:r>
              <a:t>Presented by: Gollapalli Eshwar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9601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CDEE8"/>
                </a:solidFill>
                <a:latin typeface="Aptos"/>
              </a:defRPr>
            </a:pPr>
            <a:r>
              <a:t>Manage buses • Organize routes • Share latest bus locations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82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A7DEE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2B6FBE"/>
                </a:solidFill>
                <a:latin typeface="Aptos"/>
              </a:defRPr>
            </a:pPr>
            <a:r>
              <a:t>Manual campus transport management can be difficult.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A3546"/>
                </a:solidFill>
                <a:latin typeface="Aptos"/>
              </a:defRPr>
            </a:pPr>
            <a:r>
              <a:t>Bus, driver, route, stop and timing details may be kept in separate records.</a:t>
            </a:r>
          </a:p>
          <a:p>
            <a:pPr>
              <a:spcAft>
                <a:spcPts val="1800"/>
              </a:spcAft>
              <a:defRPr sz="2100">
                <a:solidFill>
                  <a:srgbClr val="2A3546"/>
                </a:solidFill>
                <a:latin typeface="Aptos"/>
              </a:defRPr>
            </a:pPr>
            <a:r>
              <a:t>Finding and updating information manually takes time.</a:t>
            </a:r>
          </a:p>
          <a:p>
            <a:pPr>
              <a:spcAft>
                <a:spcPts val="1800"/>
              </a:spcAft>
              <a:defRPr sz="2100">
                <a:solidFill>
                  <a:srgbClr val="2A3546"/>
                </a:solidFill>
                <a:latin typeface="Aptos"/>
              </a:defRPr>
            </a:pPr>
            <a:r>
              <a:t>Students and transport staff may not know the latest bus location.</a:t>
            </a:r>
          </a:p>
          <a:p>
            <a:pPr>
              <a:spcAft>
                <a:spcPts val="1800"/>
              </a:spcAft>
              <a:defRPr sz="2100">
                <a:solidFill>
                  <a:srgbClr val="2A3546"/>
                </a:solidFill>
                <a:latin typeface="Aptos"/>
              </a:defRPr>
            </a:pPr>
            <a:r>
              <a:t>CampusRide aims to bring transport information into one simple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82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A7DEE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606040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44752"/>
            <a:ext cx="22768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01  Manage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Keep bus and driver information organized.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25880"/>
            <a:ext cx="2606040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444752"/>
            <a:ext cx="22768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02  Organize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92807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Maintain route, stop and timing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2606040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444752"/>
            <a:ext cx="22768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03  Reduce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92807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Reduce repetitive manual data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25880"/>
            <a:ext cx="2331720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1444752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04 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892807"/>
            <a:ext cx="1965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Share the latest available bus location.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2223D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0">
                <a:solidFill>
                  <a:srgbClr val="2A3546"/>
                </a:solidFill>
                <a:latin typeface="Aptos"/>
              </a:defRPr>
            </a:pPr>
            <a:r>
              <a:t>A simpler way for transport staff to manage information and check shared bus locations.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3. Main 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82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A7DEE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063240" cy="1645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53312"/>
            <a:ext cx="27340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Bus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Add, view and update bus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34440"/>
            <a:ext cx="3063240" cy="1645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353312"/>
            <a:ext cx="27340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Driver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01368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Maintain driver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34440"/>
            <a:ext cx="3063240" cy="1645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2" y="1353312"/>
            <a:ext cx="27340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Route &amp; Stop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801368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Organize routes and their stops.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3063240" cy="1645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47872"/>
            <a:ext cx="27340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Schedule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95928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Store bus timing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429000"/>
            <a:ext cx="3063240" cy="1645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3547872"/>
            <a:ext cx="27340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GPS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995928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Share device location for the selected bus.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429000"/>
            <a:ext cx="3063240" cy="1645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3547872"/>
            <a:ext cx="27340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Owner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995928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Check the latest shared bus coordinates.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82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A7DEE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33172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1965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Browser-based CampusRide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17320"/>
            <a:ext cx="233172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1536192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Application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84248"/>
            <a:ext cx="1965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Handles actions and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17320"/>
            <a:ext cx="233172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536192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API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84248"/>
            <a:ext cx="1965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Shares or retrieves location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417320"/>
            <a:ext cx="205740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192" y="1536192"/>
            <a:ext cx="17282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984248"/>
            <a:ext cx="1691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PostgreSQL storage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63240" y="2121408"/>
            <a:ext cx="594360" cy="0"/>
          </a:xfrm>
          <a:prstGeom prst="line">
            <a:avLst/>
          </a:prstGeom>
          <a:ln w="25400">
            <a:solidFill>
              <a:srgbClr val="6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89320" y="2121408"/>
            <a:ext cx="594360" cy="0"/>
          </a:xfrm>
          <a:prstGeom prst="line">
            <a:avLst/>
          </a:prstGeom>
          <a:ln w="25400">
            <a:solidFill>
              <a:srgbClr val="6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15400" y="2121408"/>
            <a:ext cx="457200" cy="0"/>
          </a:xfrm>
          <a:prstGeom prst="line">
            <a:avLst/>
          </a:prstGeom>
          <a:ln w="25400">
            <a:solidFill>
              <a:srgbClr val="6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370332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2223D"/>
                </a:solidFill>
                <a:latin typeface="Aptos"/>
              </a:defRPr>
            </a:pPr>
            <a:r>
              <a:t>Current prototype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A3546"/>
                </a:solidFill>
                <a:latin typeface="Aptos"/>
              </a:defRPr>
            </a:pPr>
            <a:r>
              <a:t>Built as a browser-based prototype hosted on Hatchable.</a:t>
            </a:r>
          </a:p>
          <a:p>
            <a:pPr>
              <a:spcAft>
                <a:spcPts val="800"/>
              </a:spcAft>
              <a:defRPr sz="1700">
                <a:solidFill>
                  <a:srgbClr val="2A3546"/>
                </a:solidFill>
                <a:latin typeface="Aptos"/>
              </a:defRPr>
            </a:pPr>
            <a:r>
              <a:t>Uses a Hatchable backend and PostgreSQL database.</a:t>
            </a:r>
          </a:p>
          <a:p>
            <a:pPr>
              <a:spcAft>
                <a:spcPts val="800"/>
              </a:spcAft>
              <a:defRPr sz="1700">
                <a:solidFill>
                  <a:srgbClr val="2A3546"/>
                </a:solidFill>
                <a:latin typeface="Aptos"/>
              </a:defRPr>
            </a:pPr>
            <a:r>
              <a:t>The planned MERN stack (MongoDB, Express.js, React.js and Node.js) is not yet the current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5. GPS Tracking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82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A7DEE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Oval 4"/>
          <p:cNvSpPr/>
          <p:nvPr/>
        </p:nvSpPr>
        <p:spPr>
          <a:xfrm>
            <a:off x="1307592" y="1600200"/>
            <a:ext cx="685800" cy="685800"/>
          </a:xfrm>
          <a:prstGeom prst="ellipse">
            <a:avLst/>
          </a:prstGeom>
          <a:solidFill>
            <a:srgbClr val="2B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A3546"/>
                </a:solidFill>
                <a:latin typeface="Aptos"/>
              </a:defRPr>
            </a:pPr>
            <a:r>
              <a:t>Driver opens GPS Tracking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1938528"/>
            <a:ext cx="804672" cy="0"/>
          </a:xfrm>
          <a:prstGeom prst="line">
            <a:avLst/>
          </a:prstGeom>
          <a:ln w="25400">
            <a:solidFill>
              <a:srgbClr val="6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639311" y="1600200"/>
            <a:ext cx="685800" cy="685800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2514600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A3546"/>
                </a:solidFill>
                <a:latin typeface="Aptos"/>
              </a:defRPr>
            </a:pPr>
            <a:r>
              <a:t>Selects the registered bus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89120" y="1938528"/>
            <a:ext cx="804672" cy="0"/>
          </a:xfrm>
          <a:prstGeom prst="line">
            <a:avLst/>
          </a:prstGeom>
          <a:ln w="25400">
            <a:solidFill>
              <a:srgbClr val="6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971032" y="1600200"/>
            <a:ext cx="685800" cy="685800"/>
          </a:xfrm>
          <a:prstGeom prst="ellipse">
            <a:avLst/>
          </a:prstGeom>
          <a:solidFill>
            <a:srgbClr val="2B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14600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A3546"/>
                </a:solidFill>
                <a:latin typeface="Aptos"/>
              </a:defRPr>
            </a:pPr>
            <a:r>
              <a:t>Allows location permission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20840" y="1938528"/>
            <a:ext cx="804672" cy="0"/>
          </a:xfrm>
          <a:prstGeom prst="line">
            <a:avLst/>
          </a:prstGeom>
          <a:ln w="25400">
            <a:solidFill>
              <a:srgbClr val="6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302751" y="1600200"/>
            <a:ext cx="685800" cy="685800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514600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A3546"/>
                </a:solidFill>
                <a:latin typeface="Aptos"/>
              </a:defRPr>
            </a:pPr>
            <a:r>
              <a:t>Device location is sent and saved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59" y="1938528"/>
            <a:ext cx="804673" cy="0"/>
          </a:xfrm>
          <a:prstGeom prst="line">
            <a:avLst/>
          </a:prstGeom>
          <a:ln w="25400">
            <a:solidFill>
              <a:srgbClr val="6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634472" y="1600200"/>
            <a:ext cx="685800" cy="685800"/>
          </a:xfrm>
          <a:prstGeom prst="ellipse">
            <a:avLst/>
          </a:prstGeom>
          <a:solidFill>
            <a:srgbClr val="2B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514600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A3546"/>
                </a:solidFill>
                <a:latin typeface="Aptos"/>
              </a:defRPr>
            </a:pPr>
            <a:r>
              <a:t>Owner checks the latest shared 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2223D"/>
                </a:solidFill>
                <a:latin typeface="Aptos"/>
              </a:defRPr>
            </a:pPr>
            <a:r>
              <a:t>Important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A3546"/>
                </a:solidFill>
                <a:latin typeface="Aptos"/>
              </a:defRPr>
            </a:pPr>
            <a:r>
              <a:t>GPS location is available only after the driver grants permission and starts sharing.</a:t>
            </a:r>
          </a:p>
          <a:p>
            <a:pPr>
              <a:spcAft>
                <a:spcPts val="700"/>
              </a:spcAft>
              <a:defRPr sz="1600">
                <a:solidFill>
                  <a:srgbClr val="2A3546"/>
                </a:solidFill>
                <a:latin typeface="Aptos"/>
              </a:defRPr>
            </a:pPr>
            <a:r>
              <a:t>The owner sees the latest shared coordinates; this prototype is not a full live map/navigation system.</a:t>
            </a:r>
          </a:p>
          <a:p>
            <a:pPr>
              <a:spcAft>
                <a:spcPts val="700"/>
              </a:spcAft>
              <a:defRPr sz="1600">
                <a:solidFill>
                  <a:srgbClr val="2A3546"/>
                </a:solidFill>
                <a:latin typeface="Aptos"/>
              </a:defRPr>
            </a:pPr>
            <a:r>
              <a:t>Do not share bus location publicly without proper access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6. Data Management &amp;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82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A7DEE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36192"/>
            <a:ext cx="4745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470915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Add a bus or enter a new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07492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745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84248"/>
            <a:ext cx="470915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View bus, route or driver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83280"/>
            <a:ext cx="507492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502152"/>
            <a:ext cx="4745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50208"/>
            <a:ext cx="470915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Change information when details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83280"/>
            <a:ext cx="507492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3502152"/>
            <a:ext cx="4745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50208"/>
            <a:ext cx="470915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Remove a record that is no longer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223D"/>
                </a:solidFill>
                <a:latin typeface="Aptos"/>
              </a:defRPr>
            </a:pPr>
            <a:r>
              <a:t>A database makes transport information easier to store, access and update.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7. Benefits &amp; 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82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A7DEE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A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44752"/>
            <a:ext cx="49286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A49D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489204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• Less manual record handling</a:t>
            </a:r>
            <a:br/>
            <a:br/>
            <a:r>
              <a:t>• Transport details in one place</a:t>
            </a:r>
            <a:br/>
            <a:br/>
            <a:r>
              <a:t>• Easier data updates</a:t>
            </a:r>
            <a:br/>
            <a:br/>
            <a:r>
              <a:t>• Latest shared GPS coordinates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57800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44752"/>
            <a:ext cx="49286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6FBE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92807"/>
            <a:ext cx="489204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A3546"/>
                </a:solidFill>
                <a:latin typeface="Aptos"/>
              </a:defRPr>
            </a:pPr>
            <a:r>
              <a:t>• GPS needs device permission</a:t>
            </a:r>
            <a:br/>
            <a:br/>
            <a:r>
              <a:t>• Owner sees the latest saved coordinates</a:t>
            </a:r>
            <a:br/>
            <a:br/>
            <a:r>
              <a:t>• Full authentication and role permissions need to be added before public use</a:t>
            </a:r>
            <a:br/>
            <a:br/>
            <a:r>
              <a:t>• Prototype is not yet a complete MERN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223D"/>
                </a:solidFill>
                <a:latin typeface="Aptos"/>
              </a:defRPr>
            </a:pPr>
            <a:r>
              <a:t>The prototype demonstrates the workflow and can be expanded into a production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8.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82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A7DEE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A3546"/>
                </a:solidFill>
                <a:latin typeface="Aptos"/>
              </a:defRPr>
            </a:pPr>
            <a:r>
              <a:t>Migrate to the full MERN stack if required by the project specification.</a:t>
            </a:r>
          </a:p>
          <a:p>
            <a:pPr>
              <a:spcAft>
                <a:spcPts val="1800"/>
              </a:spcAft>
              <a:defRPr sz="2100">
                <a:solidFill>
                  <a:srgbClr val="2A3546"/>
                </a:solidFill>
                <a:latin typeface="Aptos"/>
              </a:defRPr>
            </a:pPr>
            <a:r>
              <a:t>Add secure owner and driver login with role-based permissions.</a:t>
            </a:r>
          </a:p>
          <a:p>
            <a:pPr>
              <a:spcAft>
                <a:spcPts val="1800"/>
              </a:spcAft>
              <a:defRPr sz="2100">
                <a:solidFill>
                  <a:srgbClr val="2A3546"/>
                </a:solidFill>
                <a:latin typeface="Aptos"/>
              </a:defRPr>
            </a:pPr>
            <a:r>
              <a:t>Display buses on an interactive map with route and stop markers.</a:t>
            </a:r>
          </a:p>
          <a:p>
            <a:pPr>
              <a:spcAft>
                <a:spcPts val="1800"/>
              </a:spcAft>
              <a:defRPr sz="2100">
                <a:solidFill>
                  <a:srgbClr val="2A3546"/>
                </a:solidFill>
                <a:latin typeface="Aptos"/>
              </a:defRPr>
            </a:pPr>
            <a:r>
              <a:t>Add notifications for delays, arrivals or route changes.</a:t>
            </a:r>
          </a:p>
          <a:p>
            <a:pPr>
              <a:spcAft>
                <a:spcPts val="1800"/>
              </a:spcAft>
              <a:defRPr sz="2100">
                <a:solidFill>
                  <a:srgbClr val="2A3546"/>
                </a:solidFill>
                <a:latin typeface="Aptos"/>
              </a:defRPr>
            </a:pPr>
            <a:r>
              <a:t>Improve testing, validation, reliability and mobile responsiveness.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48840"/>
            <a:ext cx="99669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0">
                <a:solidFill>
                  <a:srgbClr val="DEE9F3"/>
                </a:solidFill>
                <a:latin typeface="Aptos"/>
              </a:defRPr>
            </a:pPr>
            <a:r>
              <a:t>CampusRide is designed to make campus transport management simpler by organizing transport data and sharing the latest bus locations.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977639"/>
            <a:ext cx="9784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ACDEE8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80060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Presented by: Gollapalli Eshwar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89320"/>
            <a:ext cx="9601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ACDEE8"/>
                </a:solidFill>
                <a:latin typeface="Aptos"/>
              </a:defRPr>
            </a:pPr>
            <a:r>
              <a:t>CampusRide • Campus Transport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